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8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69202"/>
            <a:ext cx="8305800" cy="3081996"/>
          </a:xfrm>
        </p:spPr>
        <p:txBody>
          <a:bodyPr/>
          <a:lstStyle/>
          <a:p>
            <a:r>
              <a:rPr lang="en-IN" dirty="0"/>
              <a:t>KAKKERLA PAVANI     - 2203A51482</a:t>
            </a:r>
          </a:p>
          <a:p>
            <a:r>
              <a:rPr lang="en-IN" dirty="0"/>
              <a:t>MATTEPALLY SIRI       - 2203A51492</a:t>
            </a:r>
          </a:p>
          <a:p>
            <a:r>
              <a:rPr lang="en-IN" dirty="0"/>
              <a:t>BETHA BHAVYASRI     -  2203A5140 </a:t>
            </a:r>
          </a:p>
          <a:p>
            <a:r>
              <a:rPr lang="en-IN" dirty="0"/>
              <a:t>CHERUKURI GREESHMA-2203A51074</a:t>
            </a:r>
          </a:p>
          <a:p>
            <a:r>
              <a:rPr lang="en-IN" dirty="0"/>
              <a:t>DIVYA-</a:t>
            </a:r>
          </a:p>
          <a:p>
            <a:r>
              <a:rPr lang="en-IN" dirty="0"/>
              <a:t>MEGHANA -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19200"/>
            <a:ext cx="8305800" cy="1371600"/>
          </a:xfrm>
        </p:spPr>
        <p:txBody>
          <a:bodyPr/>
          <a:lstStyle/>
          <a:p>
            <a:r>
              <a:rPr lang="en-IN" dirty="0"/>
              <a:t>Title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Independent Variable:</a:t>
            </a:r>
            <a:br>
              <a:rPr lang="en-IN" sz="2000" dirty="0"/>
            </a:br>
            <a:r>
              <a:rPr lang="en-IN" sz="2000" i="1" dirty="0"/>
              <a:t>Mindful Breathing Practice</a:t>
            </a:r>
            <a:r>
              <a:rPr lang="en-IN" sz="2000" dirty="0"/>
              <a:t> (10–15 minutes, twice daily for 7 days)</a:t>
            </a:r>
          </a:p>
          <a:p>
            <a:endParaRPr lang="en-IN" sz="2000" dirty="0"/>
          </a:p>
          <a:p>
            <a:r>
              <a:rPr lang="en-IN" sz="2000" b="1" dirty="0"/>
              <a:t>Dependent Variables:</a:t>
            </a:r>
            <a:endParaRPr lang="en-IN" sz="2000" dirty="0"/>
          </a:p>
          <a:p>
            <a:pPr lvl="1"/>
            <a:r>
              <a:rPr lang="en-IN" sz="2000" dirty="0"/>
              <a:t>Stress levels</a:t>
            </a:r>
          </a:p>
          <a:p>
            <a:pPr lvl="1"/>
            <a:r>
              <a:rPr lang="en-IN" sz="2000" dirty="0"/>
              <a:t>Mood/emotional state</a:t>
            </a:r>
          </a:p>
          <a:p>
            <a:pPr lvl="1"/>
            <a:r>
              <a:rPr lang="en-IN" sz="2000" dirty="0"/>
              <a:t>Concentration</a:t>
            </a:r>
          </a:p>
          <a:p>
            <a:pPr lvl="1"/>
            <a:r>
              <a:rPr lang="en-IN" sz="2000" dirty="0"/>
              <a:t>Sleep quality</a:t>
            </a:r>
          </a:p>
          <a:p>
            <a:pPr lvl="1"/>
            <a:r>
              <a:rPr lang="en-IN" sz="2000" dirty="0"/>
              <a:t>Mind wandering</a:t>
            </a:r>
          </a:p>
          <a:p>
            <a:pPr lvl="1"/>
            <a:r>
              <a:rPr lang="en-IN" sz="2000" dirty="0"/>
              <a:t>Calmness/relaxation</a:t>
            </a:r>
          </a:p>
          <a:p>
            <a:pPr lvl="1"/>
            <a:r>
              <a:rPr lang="en-IN" sz="2000" dirty="0"/>
              <a:t>Physical sensations (tension, heart rate)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1. Activity Name:   </a:t>
            </a:r>
            <a:r>
              <a:rPr lang="en-US" sz="1800" dirty="0"/>
              <a:t>7-Day Mindful Breathing Practice</a:t>
            </a:r>
          </a:p>
          <a:p>
            <a:r>
              <a:rPr lang="en-US" sz="2000" b="1" dirty="0"/>
              <a:t>2. Purpose of the Activity:</a:t>
            </a:r>
          </a:p>
          <a:p>
            <a:r>
              <a:rPr lang="en-US" sz="1800" dirty="0"/>
              <a:t>To understand how daily mindful breathing affects stress, focus, mood, and overall well-being.</a:t>
            </a:r>
          </a:p>
          <a:p>
            <a:r>
              <a:rPr lang="en-US" sz="2000" b="1" dirty="0"/>
              <a:t>Steps Followed Each Day:</a:t>
            </a:r>
          </a:p>
          <a:p>
            <a:r>
              <a:rPr lang="en-US" sz="1800" dirty="0"/>
              <a:t>Sit in a quiet and comfortable place</a:t>
            </a:r>
          </a:p>
          <a:p>
            <a:r>
              <a:rPr lang="en-US" sz="1800" dirty="0"/>
              <a:t>Close your eyes or keep them half-closed</a:t>
            </a:r>
          </a:p>
          <a:p>
            <a:r>
              <a:rPr lang="en-US" sz="1800" dirty="0"/>
              <a:t>Take slow, deep breaths</a:t>
            </a:r>
          </a:p>
          <a:p>
            <a:r>
              <a:rPr lang="en-US" sz="1800" dirty="0"/>
              <a:t>Focus on the natural movement of breath</a:t>
            </a:r>
          </a:p>
          <a:p>
            <a:r>
              <a:rPr lang="en-US" sz="1800" dirty="0"/>
              <a:t>Observe inhalation and exhalation</a:t>
            </a:r>
          </a:p>
          <a:p>
            <a:r>
              <a:rPr lang="en-US" sz="1800" dirty="0"/>
              <a:t>When the mind wanders, gently bring attention back to breath</a:t>
            </a:r>
          </a:p>
          <a:p>
            <a:r>
              <a:rPr lang="en-US" sz="1800" dirty="0"/>
              <a:t>Continue for 10–15 minutes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 details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One slide for 7 </a:t>
            </a:r>
            <a:r>
              <a:rPr lang="en-IN" dirty="0" err="1"/>
              <a:t>pics</a:t>
            </a:r>
            <a:r>
              <a:rPr lang="en-IN" dirty="0"/>
              <a:t> for each student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Pictures of the activity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What have you learned </a:t>
            </a:r>
          </a:p>
          <a:p>
            <a:r>
              <a:rPr lang="en-US" sz="8000" dirty="0"/>
              <a:t>Understood the concept of mindfulness</a:t>
            </a:r>
          </a:p>
          <a:p>
            <a:r>
              <a:rPr lang="en-US" sz="8000" dirty="0"/>
              <a:t>Improved awareness of thoughts and emotions</a:t>
            </a:r>
          </a:p>
          <a:p>
            <a:r>
              <a:rPr lang="en-US" sz="8000" dirty="0"/>
              <a:t>Learned to focus on breathing</a:t>
            </a:r>
          </a:p>
          <a:p>
            <a:r>
              <a:rPr lang="en-US" sz="8000" dirty="0"/>
              <a:t>Developed emotional control and Improved concentration</a:t>
            </a:r>
          </a:p>
          <a:p>
            <a:r>
              <a:rPr lang="en-US" sz="8000" dirty="0"/>
              <a:t>Learned a simple stress-reduction technique</a:t>
            </a:r>
          </a:p>
          <a:p>
            <a:r>
              <a:rPr lang="en-US" sz="8000" dirty="0"/>
              <a:t>Built a consistent daily practice habit</a:t>
            </a:r>
            <a:br>
              <a:rPr lang="en-US" sz="8000" dirty="0"/>
            </a:br>
            <a:endParaRPr lang="en-US" sz="8000" dirty="0"/>
          </a:p>
          <a:p>
            <a:r>
              <a:rPr lang="en-US" sz="9600" b="1" dirty="0"/>
              <a:t>How This Activity Helped </a:t>
            </a:r>
          </a:p>
          <a:p>
            <a:r>
              <a:rPr lang="en-US" sz="8000" dirty="0"/>
              <a:t>Reduced stress and anxiety</a:t>
            </a:r>
          </a:p>
          <a:p>
            <a:r>
              <a:rPr lang="en-US" sz="8000" dirty="0"/>
              <a:t>Improved sleep quality</a:t>
            </a:r>
          </a:p>
          <a:p>
            <a:r>
              <a:rPr lang="en-US" sz="8000" dirty="0"/>
              <a:t>Increased focus and clarity</a:t>
            </a:r>
          </a:p>
          <a:p>
            <a:r>
              <a:rPr lang="en-US" sz="8000" dirty="0"/>
              <a:t>Better emotional stability</a:t>
            </a:r>
          </a:p>
          <a:p>
            <a:r>
              <a:rPr lang="en-US" sz="8000" dirty="0"/>
              <a:t>Increased patience and calmness</a:t>
            </a:r>
          </a:p>
          <a:p>
            <a:r>
              <a:rPr lang="en-US" sz="8000" dirty="0"/>
              <a:t>Improved self-awareness</a:t>
            </a:r>
          </a:p>
          <a:p>
            <a:r>
              <a:rPr lang="en-US" sz="8000" dirty="0"/>
              <a:t>Useful technique for daily life stress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r>
              <a:rPr lang="en-IN" dirty="0"/>
              <a:t>Learning outcomes by the activity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Pre and post assessment comparison 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US" sz="2200" b="1" dirty="0"/>
              <a:t>    Pre-Assessment (Before 7 Days)</a:t>
            </a:r>
          </a:p>
          <a:p>
            <a:r>
              <a:rPr lang="en-US" sz="2000" dirty="0"/>
              <a:t>Higher stress levels</a:t>
            </a:r>
          </a:p>
          <a:p>
            <a:r>
              <a:rPr lang="en-US" sz="2000" dirty="0"/>
              <a:t>Low concentration</a:t>
            </a:r>
          </a:p>
          <a:p>
            <a:r>
              <a:rPr lang="en-US" sz="2000" dirty="0"/>
              <a:t>Mood fluctuations / irritation</a:t>
            </a:r>
          </a:p>
          <a:p>
            <a:r>
              <a:rPr lang="en-US" sz="2000" dirty="0"/>
              <a:t>Disturbed or poor sleep</a:t>
            </a:r>
          </a:p>
          <a:p>
            <a:r>
              <a:rPr lang="en-US" sz="2000" dirty="0"/>
              <a:t>Feeling restless or tense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200" b="1" dirty="0"/>
              <a:t>Post-Assessment (After 7 Days)</a:t>
            </a:r>
          </a:p>
          <a:p>
            <a:r>
              <a:rPr lang="en-US" sz="2000" dirty="0"/>
              <a:t>Noticeable reduction in stress</a:t>
            </a:r>
          </a:p>
          <a:p>
            <a:r>
              <a:rPr lang="en-US" sz="2000" dirty="0"/>
              <a:t>Improved focus and attention</a:t>
            </a:r>
          </a:p>
          <a:p>
            <a:r>
              <a:rPr lang="en-US" sz="2000" dirty="0"/>
              <a:t>More stable and calm mood</a:t>
            </a:r>
          </a:p>
          <a:p>
            <a:r>
              <a:rPr lang="en-US" sz="2000" dirty="0"/>
              <a:t>Better sleep quality</a:t>
            </a:r>
          </a:p>
          <a:p>
            <a:r>
              <a:rPr lang="en-US" sz="2000" dirty="0"/>
              <a:t>Increased relaxation and comfort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IN" dirty="0"/>
              <a:t>Findings of the activity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153400" cy="52578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Mindful breathing practiced for 7 days led to noticeable improvement in stress, focus, mood, and overall well-being.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Simple daily practice showed positive psychological changes and proved effective for emotional balance and relaxation.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Regular morning and evening practice helped develop self-awareness and better control over thoughts and emotions.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The activity showed that mindfulness techniques can be easily integrated into daily life for long-term mental health benefits.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Mindful breathing practiced daily (morning &amp; evening) created </a:t>
            </a:r>
            <a:r>
              <a:rPr lang="en-US" sz="2000" b="1" dirty="0"/>
              <a:t>positive psychological and physical changes</a:t>
            </a:r>
            <a:r>
              <a:rPr lang="en-US" sz="2000" dirty="0"/>
              <a:t> within 7 days.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53</TotalTime>
  <Words>383</Words>
  <Application>Microsoft Office PowerPoint</Application>
  <PresentationFormat>On-screen Show (4:3)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Constantia</vt:lpstr>
      <vt:lpstr>Wingdings 2</vt:lpstr>
      <vt:lpstr>Paper</vt:lpstr>
      <vt:lpstr>Title</vt:lpstr>
      <vt:lpstr>Introduction</vt:lpstr>
      <vt:lpstr>Activity details </vt:lpstr>
      <vt:lpstr>Pictures of the activity </vt:lpstr>
      <vt:lpstr>Learning outcomes by the activity</vt:lpstr>
      <vt:lpstr>Findings of the activity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HP</dc:creator>
  <cp:lastModifiedBy>kakkerla pavani</cp:lastModifiedBy>
  <cp:revision>4</cp:revision>
  <dcterms:created xsi:type="dcterms:W3CDTF">2006-08-16T00:00:00Z</dcterms:created>
  <dcterms:modified xsi:type="dcterms:W3CDTF">2025-11-25T06:09:56Z</dcterms:modified>
</cp:coreProperties>
</file>